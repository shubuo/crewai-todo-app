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1 - Kapak
Konusmaci: 1
Anlatim Notu:
Sunuma projenin ana hedefini net soyleyerek basla. Bu calisma, CrewAI ile tek agentli bir drone flight checklist uygulamasinin nasil tasarlandigini ve calisan uygulamaya nasil donustugunu anlatir.
Gecis Cumlesi:
"Once teorik zemini kuracagiz, sonra bu zemini CrewAI ve uygulama mimarimizle baglayacagiz."
Gorsel:
`assets/01-cover-drone-checklist.png`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2 - Sunum Akisi
Konusmaci: 1
Anlatim Notu:
Uc kisilik dagilimi anlat. Her konusmacinin ayni hikayenin farkli bir katmanini anlattigini belirt: teori, standartlar, uygulama.
Gecis Cumlesi:
"Ilk bolumde ajan kavramini ve CrewAI'in bu kavrama nasil pratik bir model sundugunu gorecegiz."
Gorsel:
`assets/02-three-speaker-flow.png`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3 - Konusmaci 1 Bolum Girisi
Konusmaci: 1
Anlatim Notu:
Kendi bolumunun amacini acikla. Bu kisimda kod detayina girmeden once agent kavramini akademik olarak konumlandiracaksin.
Gecis Cumlesi:
"Ajan kavrami klasik yazilim modullerinden farkli bir dusunme bicimi getirir."
Gorsel Onerisi:
Bu slayt metin agirlikli kalabilir. Arka planda hafif bir teori -&gt; uygulama ok gorseli kullanilabilir.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4 - Ajan Kavrami
Konusmaci: 1
Anlatim Notu:
Ajanin sadece fonksiyon calistiran kod olmadigini vurgula. Ozerklik, reaktiflik ve proaktiflik kavramlarini kisa orneklerle acikla.
Gecis Cumlesi:
"Bu davranis modelini daha sistematik aciklamak icin BDI modelini kullaniyoruz."
Gorsel Onerisi:
Ortada agent, etrafinda environment, goal, action ve feedback oklarindan olusan dongu.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5 - BDI Modeli
Konusmaci: 1
Anlatim Notu:
Belief, Desire ve Intention kavramlarini sirayla anlat. Projedeki karsiliklarini kullan: Flask/SQLite bilgisi, checklist app hedefi, tek dosya app uretme task'i.
Gecis Cumlesi:
"CrewAI'de agent tanimlari aslinda bu BDI mantigina cok benzer sekilde kurulur."
Gorsel:
`assets/03-bdi-crewai-mapping.png`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6 - CrewAI Agent Ornegi
Konusmaci: 1
Anlatim Notu:
Kodun tamamini okumadan role, goal ve backstory alanlarinin ne ise yaradigini anlat. Goal alaninin agent'in uretmesi gereken nihai sonucu belirledigini vurgula.
Gecis Cumlesi:
"Tek bir agent tanimi yeterli degil; CrewAI bu agent'i task ve crew yapilariyla calistirir."
Gorsel Onerisi:
Kod snippet'i yaninda role-goal-backstory etiketleri.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7 - CrewAI Yapi Taslari
Konusmaci: 1
Anlatim Notu:
Agent, Task, Tools ve Crew kavramlarini uygulama gelistirme akisi olarak anlat. Tek agent olsa bile bu yapinin multi-agent'a genisleyebilecegini belirt.
Gecis Cumlesi:
"Bu yapilarin nasil calisacagini belirleyen kisim process yonetimidir."
Gorsel:
`assets/04-crewai-building-blocks.png`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8 - Process Yonetimi
Konusmaci: 1
Anlatim Notu:
Sequential ve hierarchical yaklasimlari karsilastir. Faz 1 icin sequential tercihinin bilincli olarak daha sade ve kontrol edilebilir oldugunu soyle.
Gecis Cumlesi:
"Simdi bu agent kavramlarini standartlar tarafindan nasil ele alindigina bakalim."
Gorsel:
`assets/05-sequential-vs-hierarchical.png`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9 - Konusmaci 2 Bolum Girisi
Konusmaci: 2
Anlatim Notu:
Bu bolumde teoriyi standartlar ve guvenilirlik mekanizmalariyla baglayacagini soyle. FIPA, memory ve human-in-the-loop'u birbirinden kopuk degil, agent sistemini guvenilir yapan parcaciklar olarak anlat.
Gecis Cumlesi:
"FIPA, ajan sistemleri icin ortak bir dil ve standart seti sunar."
Gorsel Onerisi:
FIPA -&gt; CrewAI -&gt; uygulama seklinde uc katmanli basit sema.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10 - FIPA Nedir?
Konusmaci: 2
Anlatim Notu:
FIPA'yi teorik bir standart olarak tanit. Ajanlarin kimlik, yetenek ve mesajlasma acisindan nasil dusunulmesi gerektigini anlattigini belirt.
Gecis Cumlesi:
"Bu kavramlar CrewAI'de daha pratik karsiliklarla gorulur."
Gorsel Onerisi:
FIPA yazisi etrafinda identity, service, message, lifecycle ikonlari.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11 - FIPA -&gt; CrewAI Karsiliklari
Konusmaci: 2
Anlatim Notu:
AMS'i agent listesi, DF'i tools listesi, ACL'i task context akisi ile eslestir. Birebir ayni sistem olmadigini ama kavramsal benzerlik oldugunu vurgula.
Gecis Cumlesi:
"Bu eslesmenin en guzel ornegi, FIPA ACL mesajlarinin CrewAI task akisi ile benzetilmesidir."
Gorsel:
`assets/06-fipa-crewai-mapping.png`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12 - FIPA ACL ve CrewAI Context
Konusmaci: 2
Anlatim Notu:
REQUEST, INFORM, REFUSE ve FAILURE kavramlarini kisa anlat. CrewAI'de bir task ciktisinin sonraki task icin bilgi tasidigini soyle.
Gecis Cumlesi:
"Sadece mesajlasma yetmez; agent sistemlerinde baglam ve hata yonetimi de kritik hale gelir."
Gorsel:
`assets/07-fipa-acl-context-flow.png`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13 - Memory Sistemleri
Konusmaci: 2
Anlatim Notu:
Short-term memory'nin oturum baglamini, long-term memory'nin ise onceki deneyimlerden yararlanmayi ifade ettigini anlat. Bu projede Faz 1 basit tutulsa da memory kavraminin sonraki faz icin onemli oldugunu belirt.
Gecis Cumlesi:
"Memory kadar onemli diger konu, agent'in hata durumunda nasil davranacagidir."
Gorsel Onerisi:
Kisa sureli hafiza ve uzun sureli hafiza icin iki kutulu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14 - Retry ve Human-in-the-Loop
Konusmaci: 2
Anlatim Notu:
Retry'nin teknik hata durumunda, human-in-the-loop'un ise kritik karar durumunda kullanildigini anlat. Drone domain'inde guvenlik kararlari icin insan onayinin onemli olabilecegini vurgula.
Gecis Cumlesi:
"Bu teorik ve standart temelden sonra artik uygulamanin nasil kurulduguna gecebiliriz."
Gorsel:
`assets/08-memory-retry-hitl.png`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15 - Konusmaci 3 Bolum Girisi
Konusmaci: 3
Anlatim Notu:
Bu bolumun tamamen uygulama odakli oldugunu soyle. Artik ortaya cikan `drone_checklist_app.py` dosyasi, veri modeli, API ve UI akisi anlatilacak.
Gecis Cumlesi:
"Uygulama mimarisi tek dosyada ama icinde backend, veritabani ve UI birlikte calisiyor."
Gorsel Onerisi:
Uygulama ana ekranindan bir screenshot veya wireframe.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16 - Faz 1 Uygulama Mimarisi
Konusmaci: 3
Anlatim Notu:
`drone_checklist_app.py` dosyasinin Flask server, SQLite baglantisi ve HTML/CSS/JS arayuzunu tek dosyada tuttugunu anlat. Bu Faz 1 icin bilerek sade tutuldu.
Gecis Cumlesi:
"Bu mimaride kullanici acisindan ana akis yeni bir ucus oturumu baslatmakla basliyor."
Gorsel:
`assets/09-app-architecture.png`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17 - Drone Checklist Urun Akisi
Konusmaci: 3
Anlatim Notu:
Pilotun uygulamayi nasil kullanacagini hikaye gibi anlat. Yeni ucus, checklist kopyalama, maddeleri tamamlama, acil durum paneli, ucus kapatma ve history adimlarini takip et.
Gecis Cumlesi:
"Bu akisin temelinde, checklist maddelerinin operasyonel fazlara ayrilmasi var."
Gorsel:
`assets/10-flight-session-flow.png`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18 - Checklist Fazlari
Konusmaci: 3
Anlatim Notu:
Ortam Kontrolu, Ucus Oncesi, Ucus Sirasinda ve Ucus Sonrasi bolumlerini acikla. Acil Durum Prosedurleri'nin checkbox degil referans paneli oldugunu net vurgula.
Gecis Cumlesi:
"Bu fazlarin her ucusta yeniden calisabilmesi icin veri modeli session tabanli kuruldu."
Gorsel:
`assets/11-checklist-phases.png`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19 - Veri Modeli
Konusmaci: 3
Anlatim Notu:
Uc tabloyu basitce anlat. `checklist_templates` sablon, `flight_sessions` ucus, `session_items` o ucusun checklist kopyasidir.
Gecis Cumlesi:
"Bu modelin en onemli katkisi, her ucusun temiz checklist ile baslamasini saglamasidir."
Gorsel:
`assets/12-data-model-erd.png`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20 - Session Mantigi
Konusmaci: 3
Anlatim Notu:
Session olmadan onceki ucusun tamamlanmis maddelerinin yeni ucusa tasinabilecegini anlat. Session sayesinde her ucusun ayri takip edildigini vurgula.
Gecis Cumlesi:
"Bu session mantigi API endpoint'lerine de dogrudan yansiyor."
Gorsel Onerisi:
Iki ayri ucus karti: Ucus 1 tamamlandi, Ucus 2 temiz basliyor.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21 - API Akisi
Konusmaci: 3
Anlatim Notu:
Endpoint'leri tek tek uzun anlatma. Grupla: aktif session okuma, session baslatma, item guncelleme, session kapatma, history ve reference items.
Gecis Cumlesi:
"Bu API'ler sade bir Turkce UI tarafindan kullaniliyor."
Gorsel:
`assets/13-api-flow.png`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22 - Basit Turkce UI
Konusmaci: 3
Anlatim Notu:
UI'in bilerek sade tutuldugunu soyle. Faz 1 icin hedef cok ozellikli dashboard degil, operasyonel akisi net gosteren calisan bir uygulama.
Gecis Cumlesi:
"Uygulamanin temel akislarini smoke test ile kontrol ettik."
Gorsel:
`assets/14-ui-wireframe.png`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23 - Dogrulama
Konusmaci: 3
Anlatim Notu:
Compile kontrolu ve Flask API smoke test yapildigini anlat. `uv run` probleminin uygulama bug'i degil, `onnxruntime` platform bagimliligi oldugunu belirt.
Gecis Cumlesi:
"Bu kontrollerden sonra Faz 1 icin ortaya cikan ciktilari ozetleyebiliriz."
Gorsel Onerisi:
Terminalde `smoke ok` ciktisi veya dogrulama checklist'i.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24 - Faz 1 Ciktilari
Konusmaci: 3
Anlatim Notu:
Ana ciktilari tek tek goster. `drone_checklist_app.py`, plan dokumani, README, HTML sunum, speaker notes ve assets klasorunun hazir oldugunu belirt.
Gecis Cumlesi:
"Bu Faz 1 ciktisi, sonraki multi-agent faz icin referans noktasi olacak."
Gorsel Onerisi:
Dosya agaci gorseli veya repository screenshot'i.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25 - Sonraki Adim
Konusmaci: 3
Anlatim Notu:
Faz 2'de roller ayrilabilir: operasyon planlayici, guvenlik akisi tasarimcisi, arayuz tasarimcisi, full-stack gelistirici, QA gozden gecirici. Bu fazda amac rolleri uygulamak degil, bu rollere anlamli bir urun hedefi hazirlamakti.
Gecis Cumlesi:
"Son olarak sunumun genel sonucunu ozetleyelim."
Gorsel:
`assets/15-phase2-roadmap.png`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26 - Kapanis
Konusmaci: 3
Anlatim Notu:
Ana mesaji ver: MAS teorisi, FIPA standartlari ve CrewAI pratigi, calisan bir drone checklist uygulamasinda birlestirildi. Faz 1, multi-agent calismasi icin saglam baseline olusturdu.
Gecis Cumlesi:
"Tesekkurler, sorularinizi alabiliriz."
Gorsel Onerisi:
Theory -&gt; Standards -&gt; App -&gt; Next Phase akisi.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Slayt 27 - Referanslar
Konusmaci: 3
Anlatim Notu:
Referanslari hizli goster. Sorular gelirse Wooldridge, FIPA ve CrewAI docs uzerinden yanitlanabilir.
Gecis Cumlesi:
"Bu referanslar hem teorik hem uygulama tarafinda kullandigimiz kaynaklari gosteriyor."
Gorsel Onerisi:
Sade referans slayti yeterli.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9672"/>
            <a:ext cx="11365992" cy="0"/>
          </a:xfrm>
          <a:prstGeom prst="line">
            <a:avLst/>
          </a:prstGeom>
          <a:noFill/>
          <a:ln w="12700">
            <a:solidFill>
              <a:srgbClr val="D6DEE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59436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MULTIAGENT SYSTEMS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21792" y="11704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ile Drone Flight Checklist App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9" name="Image 0" descr="/Users/buraky/1-CODE/personal/0-Lessons/crewai-todo-app/assets/01-cover-drone-check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Sunum Akisi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Konusmaci 1: MAS teorisi ve CrewAI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Odak: Ajan, BDI, process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Konusmaci 2: FIPA ve guvenilirlik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Odak: AMS, DF, ACL, memory, HITL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Konusmaci 3: Uygulama case study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Odak: Drone checklist app, veri modeli, API, sonuc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10" name="Image 0" descr="/Users/buraky/1-CODE/personal/0-Lessons/crewai-todo-app/assets/02-three-speaker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Konusmaci 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Teorisi ve CrewAI Mimarisi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09728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bolumde: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ajan kavrami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BDI modeli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CrewAI yapi taslari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process yonetimi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Kavrami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Wooldridge'e gore ajan, cevresiyle etkilesen ve hedef odakli davranan otonom bir yazilim birimidir.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Ozerklik: kendi kararlarini verir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Sosyal yetenek: diger ajanlarla iletisim kurabilir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Reaktiflik: cevresel degisime tepki verir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Proaktiflik: hedefe ulasmak icin inisiyatif alir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BDI Modeli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BDI: Belief, Desire, Intention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Belief: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Ajanin bildikleri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karsiligi: backstory, memory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Ulasilmak istenen hedef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karsiligi: goal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Intention: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Secilen eylem plani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karsiligi: task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10" name="Image 0" descr="/Users/buraky/1-CODE/personal/0-Lessons/crewai-todo-app/assets/03-bdi-crewai-map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Agent Ornegi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ornegi: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09728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Agent(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role="Full-Stack Developer",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goal="Produce a runnable drone flight checklist app",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backstory="Pragmatic engineer who ships small usable products",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tanimda: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role: ajanin uzmanligi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goal: uretilecek sonuc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backstory: davranis tarzi ve baglam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Yapi Taslari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Agents: rol tabanli uzmanlar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Tasks: tanimli is paketleri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Tools: dis dunya ile temas noktasi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Crew: agent ve task akisini yoneten orkestra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9" name="Image 0" descr="/Users/buraky/1-CODE/personal/0-Lessons/crewai-todo-app/assets/04-crewai-building-blo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Yonetimi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task'lar sirayla calisir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onceki cikti sonraki adima aktarilir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Faz 1 icin kontrollu ve sade yontemdir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manager agent is dagitimi yapar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daha esnek ama daha karmasiktir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10" name="Image 0" descr="/Users/buraky/1-CODE/personal/0-Lessons/crewai-todo-app/assets/05-sequential-vs-hierarch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Konusmaci 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FIPA, Hafiza ve Guvenilirlik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09728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bolumde: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FIPA standartlari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AMS ve DF kavramlari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FIPA ACL ile CrewAI context benzetmesi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memory, retry ve human-in-the-loop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FIPA Nedir?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FIPA, ajan sistemleri icin ortak standart ve kavramsal sozluk sunar.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09728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ajanlarin kimlik ve yasam dongusu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ajan yeteneklerinin tanitimi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ajanlar arasi mesajlasma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hata ve basarisizlik durumlarinin ifade edilmesi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bu fikirleri pratik bir agent/task/tool modeline tasir.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FIPA -&gt; CrewAI Karsiliklari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FIPA kavrami: AMS / White Pages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karsiligi: Crew(agents=[...])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FIPA kavrami: DF / Yellow Pages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karsiligi: Agent(tools=[...])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FIPA kavrami: ACL mesajlari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 karsiligi: Task output ve context akisi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10" name="Image 0" descr="/Users/buraky/1-CODE/personal/0-Lessons/crewai-todo-app/assets/06-fipa-crewai-map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FIPA ACL ve CrewAI Context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Temel speech act fikirleri: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REQUEST: bir is isteme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INFORM: bilgi aktarma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REFUSE: isi yapamama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FAILURE: basarisiz deneme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CrewAI'de task ciktisi, baska bir task icin context olabilir.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10" name="Image 0" descr="/Users/buraky/1-CODE/personal/0-Lessons/crewai-todo-app/assets/07-fipa-acl-context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Sistemleri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memory: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09728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gorev sirasindaki baglami korur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 oturumdaki bilgileri kullanir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memory: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onceki deneyimlerden yararlanmayi hedefler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RAG ve vector database yaklasimlariyla iliskilidir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ornegi: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Crew(memory=True)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ve Human-in-the-Loop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Retry: hata durumunda farkli stratejiyle tekrar deneme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Self-correction: hatayi okuyup davranisi duzeltme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Human-in-the-loop: kritik kararlarda insan onayi alma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ornegi: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Agent(max_retry_limit=3)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Task(human_input=True)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9" name="Image 0" descr="/Users/buraky/1-CODE/personal/0-Lessons/crewai-todo-app/assets/08-memory-retry-hit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Konusmaci 3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Uygulama Case Study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09728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bolumde: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mevcut uygulama mimarisi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drone checklist urun akisi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session bazli veri modeli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API ve UI kararlari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Faz 1 sonucu ve sonraki adim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1 Uygulama Mimarisi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dosya: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drone_checklist_app.py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dosyada: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Flask backend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SQLite persistence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inline HTML/CSS/JavaScript UI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10" name="Image 0" descr="/Users/buraky/1-CODE/personal/0-Lessons/crewai-todo-app/assets/09-app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Checklist Urun Akisi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Kullanici yeni ucus baslatir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Sistem checklist sablonunu oturuma kopyalar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Kullanici faz bazli maddeleri tamamlar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Acil durum prosedurlerini referans panelinden okur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Ucus tamamlaninca oturum kapatilir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Gecmis ucuslar saklanir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9" name="Image 0" descr="/Users/buraky/1-CODE/personal/0-Lessons/crewai-todo-app/assets/10-flight-session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Fazlari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Ortam Kontrolu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Ucus Oncesi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Ucus Sirasinda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Ucus Sonrasi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Acil Durum Prosedurleri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Tasarim karari: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Acil durum prosedurleri normal checkbox listesi degil, referans panelidir.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9" name="Image 0" descr="/Users/buraky/1-CODE/personal/0-Lessons/crewai-todo-app/assets/11-checklist-ph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Modeli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Tablo: checklist_templates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Gorev: Standart checklist maddelerini saklar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Tablo: flight_sessions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Gorev: Her ucus icin oturum kaydi tutar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Tablo: session_items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Gorev: O ucusa ait tamamlanma durumunu saklar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10" name="Image 0" descr="/Users/buraky/1-CODE/personal/0-Lessons/crewai-todo-app/assets/12-data-model-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Mantigi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checklist her ucus icin temiz baslamalidir.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09728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modeli sayesinde: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her ucus ayri takip edilir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tamamlanma durumu ucusa ozel olur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gecmis ucuslar korunur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zorunlu maddeler tamamlanmadan ucus kapatilamaz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Akisi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GET /api/active-session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POST /api/sessions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GET /api/sessions/&lt;id&gt;/items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PUT /api/session-items/&lt;id&gt;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POST /api/sessions/&lt;id&gt;/close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GET /api/history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GET /api/reference-items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9" name="Image 0" descr="/Users/buraky/1-CODE/personal/0-Lessons/crewai-todo-app/assets/13-api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22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Basit Turkce UI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bilerek sade tutuldu: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aktif ucus karti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yeni ucus baslatma formu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faz bazli checklist bolumleri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acil durum referans paneli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gecmis ucuslar listesi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10" name="Image 0" descr="/Users/buraky/1-CODE/personal/0-Lessons/crewai-todo-app/assets/14-ui-wire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Dogrulama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Yapilan kontroller: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09728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Python compile kontrolu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Flask API smoke test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yeni session olusturma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checklist maddesi guncelleme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zorunlu maddeler bitmeden ucus kapatma engeli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history endpoint kontrolu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 run bu makinede onnxruntime platform uyumsuzlugu nedeniyle takildi.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1 Ciktilari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drone_checklist_app.py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drone_checklist.db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PHASE1_DRONE_CHECKLIST_PLAN.md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README.md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CREWAI sunum.md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CREWAI sunum.html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CREWAI sunum konusmaci notlari.md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assets/ altindaki SVG gorselleri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Sonraki Adim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2'de ayni urun multi-agent yapiya bolunebilir: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480060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Operasyon Planlayici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Guvenlik ve Is Akisi Tasarimcisi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Arayuz Tasarimcisi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Full-Stack Gelistirici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QA Gozden Gecirici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23560" y="1508760"/>
            <a:ext cx="60350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6DEEB"/>
            </a:solidFill>
            <a:prstDash val="solid"/>
          </a:ln>
        </p:spPr>
      </p:sp>
      <p:pic>
        <p:nvPicPr>
          <p:cNvPr id="10" name="Image 0" descr="/Users/buraky/1-CODE/personal/0-Lessons/crewai-todo-app/assets/15-phase2-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1664208"/>
            <a:ext cx="5715000" cy="4206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Kapanis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0352" y="107899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calismada: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09728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MAS teorisi CrewAI kavramlariyla eslestirildi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FIPA standartlari pratik agent/task yapisina baglandi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single-agent Faz 1 uygulamasi olusturuldu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drone checklist icin session bazli veri modeli kuruldu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sonraki multi-agent faz icin saglam referans cikti hazirlandi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-594360"/>
            <a:ext cx="2560320" cy="2560320"/>
          </a:xfrm>
          <a:prstGeom prst="arc">
            <a:avLst/>
          </a:prstGeom>
          <a:solidFill>
            <a:srgbClr val="DBEAFE">
              <a:alpha val="82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SLAYT 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Referanslar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0972800" cy="4800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Wooldridge, M. An Introduction to MultiAgent Systems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FIPA standartlari: http://www.fipa.org/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CrewAI dokumantasyonu: https://docs.crewai.com/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Proje repository'si: yerel CrewAI uygulama repository'si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Grup 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MultiAgent Systems - Grup 4</dc:title>
  <dc:subject>CrewAI ile Drone Flight Checklist App</dc:subject>
  <dc:creator>OpenCode</dc:creator>
  <cp:lastModifiedBy>OpenCode</cp:lastModifiedBy>
  <cp:revision>1</cp:revision>
  <dcterms:created xsi:type="dcterms:W3CDTF">2026-05-13T16:53:47Z</dcterms:created>
  <dcterms:modified xsi:type="dcterms:W3CDTF">2026-05-13T16:53:47Z</dcterms:modified>
</cp:coreProperties>
</file>